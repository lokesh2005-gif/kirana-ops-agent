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2E4057"/>
                </a:solidFill>
              </a:rPr>
              <a:t>Sales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01 Sep 2026 to 30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E4057"/>
                </a:solidFill>
              </a:rPr>
              <a:t>Sales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Period: 2026-09-01 to 2026-09-30</a:t>
            </a:r>
          </a:p>
          <a:p>
            <a:r>
              <a:rPr sz="1600"/>
              <a:t>Total Bills: 0</a:t>
            </a:r>
          </a:p>
          <a:p>
            <a:r>
              <a:rPr sz="1600"/>
              <a:t>Total Revenue: Rs.0.00</a:t>
            </a:r>
          </a:p>
          <a:p>
            <a:r>
              <a:rPr sz="1600"/>
              <a:t>CGST Collected: Rs.0.00</a:t>
            </a:r>
          </a:p>
          <a:p>
            <a:r>
              <a:rPr sz="1600"/>
              <a:t>SGST Collected: Rs.0.00</a:t>
            </a:r>
          </a:p>
          <a:p>
            <a:r>
              <a:rPr sz="1600"/>
              <a:t>Total GST: Rs.0.00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E4057"/>
                </a:solidFill>
              </a:rPr>
              <a:t>Top Selling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sales data in this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E4057"/>
                </a:solidFill>
              </a:rPr>
              <a:t>Stock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Total: 0  |  Healthy: 0  |  Low Stock: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E4057"/>
                </a:solidFill>
              </a:rPr>
              <a:t>GST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E4057"/>
                </a:solidFill>
              </a:rP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/>
              <a:t>• GST liability for the period: Rs.0.00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