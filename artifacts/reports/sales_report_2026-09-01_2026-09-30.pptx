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>
                <a:solidFill>
                  <a:srgbClr val="2E4057"/>
                </a:solidFill>
              </a:rPr>
              <a:t>Sales Analysis Report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01 Sep 2026 to 30 Sep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2E4057"/>
                </a:solidFill>
              </a:rPr>
              <a:t>Sales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/>
              <a:t>Period: 2026-09-01 to 2026-09-30</a:t>
            </a:r>
          </a:p>
          <a:p>
            <a:r>
              <a:rPr sz="1600"/>
              <a:t>Total Bills: 0</a:t>
            </a:r>
          </a:p>
          <a:p>
            <a:r>
              <a:rPr sz="1600"/>
              <a:t>Total Revenue: Rs.0.00</a:t>
            </a:r>
          </a:p>
          <a:p>
            <a:r>
              <a:rPr sz="1600"/>
              <a:t>CGST Collected: Rs.0.00</a:t>
            </a:r>
          </a:p>
          <a:p>
            <a:r>
              <a:rPr sz="1600"/>
              <a:t>SGST Collected: Rs.0.00</a:t>
            </a:r>
          </a:p>
          <a:p>
            <a:r>
              <a:rPr sz="1600"/>
              <a:t>Total GST: Rs.0.00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2E4057"/>
                </a:solidFill>
              </a:rPr>
              <a:t>Top Selling Products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No sales data in this period.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2E4057"/>
                </a:solidFill>
              </a:rPr>
              <a:t>Stock Health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914400"/>
            <a:ext cx="3657600" cy="38880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3035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Total: 10  |  Healthy: 10  |  Low Stock: 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2E4057"/>
                </a:solidFill>
              </a:rPr>
              <a:t>GST Summary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2E4057"/>
                </a:solidFill>
              </a:rPr>
              <a:t>Key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/>
              <a:t>• GST liability for the period: Rs.0.00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